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68" r:id="rId5"/>
  </p:sldMasterIdLst>
  <p:notesMasterIdLst>
    <p:notesMasterId r:id="rId15"/>
  </p:notesMasterIdLst>
  <p:sldIdLst>
    <p:sldId id="276" r:id="rId6"/>
    <p:sldId id="750" r:id="rId7"/>
    <p:sldId id="764" r:id="rId8"/>
    <p:sldId id="765" r:id="rId9"/>
    <p:sldId id="766" r:id="rId10"/>
    <p:sldId id="767" r:id="rId11"/>
    <p:sldId id="331" r:id="rId12"/>
    <p:sldId id="335" r:id="rId13"/>
    <p:sldId id="336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89778" autoAdjust="0"/>
  </p:normalViewPr>
  <p:slideViewPr>
    <p:cSldViewPr snapToGrid="0">
      <p:cViewPr varScale="1">
        <p:scale>
          <a:sx n="110" d="100"/>
          <a:sy n="110" d="100"/>
        </p:scale>
        <p:origin x="168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은성" userId="451a94f3-e55a-4745-8884-f48fbe464410" providerId="ADAL" clId="{9142F04D-EB9E-4595-856E-00F8626B3388}"/>
    <pc:docChg chg="delSld">
      <pc:chgData name="오은성" userId="451a94f3-e55a-4745-8884-f48fbe464410" providerId="ADAL" clId="{9142F04D-EB9E-4595-856E-00F8626B3388}" dt="2026-04-12T12:19:43.805" v="18" actId="47"/>
      <pc:docMkLst>
        <pc:docMk/>
      </pc:docMkLst>
      <pc:sldChg chg="del">
        <pc:chgData name="오은성" userId="451a94f3-e55a-4745-8884-f48fbe464410" providerId="ADAL" clId="{9142F04D-EB9E-4595-856E-00F8626B3388}" dt="2026-04-12T12:19:27.316" v="3" actId="47"/>
        <pc:sldMkLst>
          <pc:docMk/>
          <pc:sldMk cId="0" sldId="260"/>
        </pc:sldMkLst>
      </pc:sldChg>
      <pc:sldChg chg="del">
        <pc:chgData name="오은성" userId="451a94f3-e55a-4745-8884-f48fbe464410" providerId="ADAL" clId="{9142F04D-EB9E-4595-856E-00F8626B3388}" dt="2026-04-12T12:19:25.566" v="0" actId="47"/>
        <pc:sldMkLst>
          <pc:docMk/>
          <pc:sldMk cId="4119670083" sldId="302"/>
        </pc:sldMkLst>
      </pc:sldChg>
      <pc:sldChg chg="del">
        <pc:chgData name="오은성" userId="451a94f3-e55a-4745-8884-f48fbe464410" providerId="ADAL" clId="{9142F04D-EB9E-4595-856E-00F8626B3388}" dt="2026-04-12T12:19:26.936" v="2" actId="47"/>
        <pc:sldMkLst>
          <pc:docMk/>
          <pc:sldMk cId="1816336658" sldId="303"/>
        </pc:sldMkLst>
      </pc:sldChg>
      <pc:sldChg chg="del">
        <pc:chgData name="오은성" userId="451a94f3-e55a-4745-8884-f48fbe464410" providerId="ADAL" clId="{9142F04D-EB9E-4595-856E-00F8626B3388}" dt="2026-04-12T12:19:37.282" v="14" actId="47"/>
        <pc:sldMkLst>
          <pc:docMk/>
          <pc:sldMk cId="2175129896" sldId="308"/>
        </pc:sldMkLst>
      </pc:sldChg>
      <pc:sldChg chg="del">
        <pc:chgData name="오은성" userId="451a94f3-e55a-4745-8884-f48fbe464410" providerId="ADAL" clId="{9142F04D-EB9E-4595-856E-00F8626B3388}" dt="2026-04-12T12:19:28.551" v="5" actId="47"/>
        <pc:sldMkLst>
          <pc:docMk/>
          <pc:sldMk cId="1182392412" sldId="309"/>
        </pc:sldMkLst>
      </pc:sldChg>
      <pc:sldChg chg="del">
        <pc:chgData name="오은성" userId="451a94f3-e55a-4745-8884-f48fbe464410" providerId="ADAL" clId="{9142F04D-EB9E-4595-856E-00F8626B3388}" dt="2026-04-12T12:19:29.119" v="6" actId="47"/>
        <pc:sldMkLst>
          <pc:docMk/>
          <pc:sldMk cId="953191003" sldId="310"/>
        </pc:sldMkLst>
      </pc:sldChg>
      <pc:sldChg chg="del">
        <pc:chgData name="오은성" userId="451a94f3-e55a-4745-8884-f48fbe464410" providerId="ADAL" clId="{9142F04D-EB9E-4595-856E-00F8626B3388}" dt="2026-04-12T12:19:43.805" v="18" actId="47"/>
        <pc:sldMkLst>
          <pc:docMk/>
          <pc:sldMk cId="1547955140" sldId="320"/>
        </pc:sldMkLst>
      </pc:sldChg>
      <pc:sldChg chg="del">
        <pc:chgData name="오은성" userId="451a94f3-e55a-4745-8884-f48fbe464410" providerId="ADAL" clId="{9142F04D-EB9E-4595-856E-00F8626B3388}" dt="2026-04-12T12:19:37.821" v="15" actId="47"/>
        <pc:sldMkLst>
          <pc:docMk/>
          <pc:sldMk cId="1990945417" sldId="323"/>
        </pc:sldMkLst>
      </pc:sldChg>
      <pc:sldChg chg="del">
        <pc:chgData name="오은성" userId="451a94f3-e55a-4745-8884-f48fbe464410" providerId="ADAL" clId="{9142F04D-EB9E-4595-856E-00F8626B3388}" dt="2026-04-12T12:19:33.589" v="11" actId="47"/>
        <pc:sldMkLst>
          <pc:docMk/>
          <pc:sldMk cId="0" sldId="324"/>
        </pc:sldMkLst>
      </pc:sldChg>
      <pc:sldChg chg="del">
        <pc:chgData name="오은성" userId="451a94f3-e55a-4745-8884-f48fbe464410" providerId="ADAL" clId="{9142F04D-EB9E-4595-856E-00F8626B3388}" dt="2026-04-12T12:19:26.555" v="1" actId="47"/>
        <pc:sldMkLst>
          <pc:docMk/>
          <pc:sldMk cId="1889674364" sldId="334"/>
        </pc:sldMkLst>
      </pc:sldChg>
      <pc:sldChg chg="del">
        <pc:chgData name="오은성" userId="451a94f3-e55a-4745-8884-f48fbe464410" providerId="ADAL" clId="{9142F04D-EB9E-4595-856E-00F8626B3388}" dt="2026-04-12T12:19:30.080" v="7" actId="47"/>
        <pc:sldMkLst>
          <pc:docMk/>
          <pc:sldMk cId="1786099986" sldId="650"/>
        </pc:sldMkLst>
      </pc:sldChg>
      <pc:sldChg chg="del">
        <pc:chgData name="오은성" userId="451a94f3-e55a-4745-8884-f48fbe464410" providerId="ADAL" clId="{9142F04D-EB9E-4595-856E-00F8626B3388}" dt="2026-04-12T12:19:31.220" v="8" actId="47"/>
        <pc:sldMkLst>
          <pc:docMk/>
          <pc:sldMk cId="2348153480" sldId="653"/>
        </pc:sldMkLst>
      </pc:sldChg>
      <pc:sldChg chg="del">
        <pc:chgData name="오은성" userId="451a94f3-e55a-4745-8884-f48fbe464410" providerId="ADAL" clId="{9142F04D-EB9E-4595-856E-00F8626B3388}" dt="2026-04-12T12:19:31.639" v="9" actId="47"/>
        <pc:sldMkLst>
          <pc:docMk/>
          <pc:sldMk cId="973430905" sldId="654"/>
        </pc:sldMkLst>
      </pc:sldChg>
      <pc:sldChg chg="del">
        <pc:chgData name="오은성" userId="451a94f3-e55a-4745-8884-f48fbe464410" providerId="ADAL" clId="{9142F04D-EB9E-4595-856E-00F8626B3388}" dt="2026-04-12T12:19:32.434" v="10" actId="47"/>
        <pc:sldMkLst>
          <pc:docMk/>
          <pc:sldMk cId="2549075020" sldId="655"/>
        </pc:sldMkLst>
      </pc:sldChg>
      <pc:sldChg chg="del">
        <pc:chgData name="오은성" userId="451a94f3-e55a-4745-8884-f48fbe464410" providerId="ADAL" clId="{9142F04D-EB9E-4595-856E-00F8626B3388}" dt="2026-04-12T12:19:39.415" v="17" actId="47"/>
        <pc:sldMkLst>
          <pc:docMk/>
          <pc:sldMk cId="65739528" sldId="706"/>
        </pc:sldMkLst>
      </pc:sldChg>
      <pc:sldChg chg="del">
        <pc:chgData name="오은성" userId="451a94f3-e55a-4745-8884-f48fbe464410" providerId="ADAL" clId="{9142F04D-EB9E-4595-856E-00F8626B3388}" dt="2026-04-12T12:19:34.660" v="12" actId="47"/>
        <pc:sldMkLst>
          <pc:docMk/>
          <pc:sldMk cId="659790560" sldId="743"/>
        </pc:sldMkLst>
      </pc:sldChg>
      <pc:sldChg chg="del">
        <pc:chgData name="오은성" userId="451a94f3-e55a-4745-8884-f48fbe464410" providerId="ADAL" clId="{9142F04D-EB9E-4595-856E-00F8626B3388}" dt="2026-04-12T12:19:36.336" v="13" actId="47"/>
        <pc:sldMkLst>
          <pc:docMk/>
          <pc:sldMk cId="2197754613" sldId="744"/>
        </pc:sldMkLst>
      </pc:sldChg>
      <pc:sldChg chg="del">
        <pc:chgData name="오은성" userId="451a94f3-e55a-4745-8884-f48fbe464410" providerId="ADAL" clId="{9142F04D-EB9E-4595-856E-00F8626B3388}" dt="2026-04-12T12:19:38.268" v="16" actId="47"/>
        <pc:sldMkLst>
          <pc:docMk/>
          <pc:sldMk cId="2151809702" sldId="745"/>
        </pc:sldMkLst>
      </pc:sldChg>
      <pc:sldChg chg="del">
        <pc:chgData name="오은성" userId="451a94f3-e55a-4745-8884-f48fbe464410" providerId="ADAL" clId="{9142F04D-EB9E-4595-856E-00F8626B3388}" dt="2026-04-12T12:19:28.012" v="4" actId="47"/>
        <pc:sldMkLst>
          <pc:docMk/>
          <pc:sldMk cId="3943638758" sldId="7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D9F59-4412-4C1B-9AFC-37D0F19DD34A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DDB46-C8B9-4E58-802E-B5D5985C5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46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 useBgFill="1">
        <p:nvSpPr>
          <p:cNvPr id="20" name="Freeform 10"/>
          <p:cNvSpPr>
            <a:spLocks/>
          </p:cNvSpPr>
          <p:nvPr userDrawn="1"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4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35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4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4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5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72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2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09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3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71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8055"/>
            <a:ext cx="9144001" cy="6849945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655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+mj-ea"/>
                <a:ea typeface="+mj-ea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  <a:lvl5pPr>
              <a:defRPr sz="1200">
                <a:latin typeface="+mn-ea"/>
                <a:ea typeface="+mn-ea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70404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01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B31271CA-DFBA-4144-9186-0BE3AC6EE4B1}" type="datetime1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063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21105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888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9025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7F4F71-3D90-4F92-8CFE-D11B433509C0}" type="datetime1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30190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D200F4F1-024E-465C-B59D-A4FFBC6118A5}" type="datetime1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13159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3CF3B71A-966A-471E-8596-7D1D6A8996FF}" type="datetime1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7120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AD64A7B2-A2B0-4C9D-895B-FE1D68BE16F8}" type="datetime1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042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6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93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772400" cy="1656184"/>
          </a:xfrm>
        </p:spPr>
        <p:txBody>
          <a:bodyPr/>
          <a:lstStyle/>
          <a:p>
            <a:r>
              <a:rPr lang="ko-KR" altLang="en-US"/>
              <a:t>자바 프로그래밍응용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652120" y="4005064"/>
            <a:ext cx="2952328" cy="1027588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b="1" dirty="0"/>
              <a:t>객체배열</a:t>
            </a:r>
            <a:endParaRPr lang="en-US" altLang="ko-KR" b="1" dirty="0"/>
          </a:p>
          <a:p>
            <a:r>
              <a:rPr lang="ko-KR" altLang="en-US" b="1" dirty="0"/>
              <a:t>접근지정자</a:t>
            </a:r>
            <a:endParaRPr lang="en-US" altLang="ko-KR" b="1" dirty="0"/>
          </a:p>
          <a:p>
            <a:r>
              <a:rPr lang="ko-KR" altLang="en-US" b="1" dirty="0"/>
              <a:t>강의 자 </a:t>
            </a:r>
            <a:r>
              <a:rPr lang="en-US" altLang="ko-KR" b="1" dirty="0"/>
              <a:t>: </a:t>
            </a:r>
            <a:r>
              <a:rPr lang="ko-KR" altLang="en-US" b="1" dirty="0"/>
              <a:t>오 은 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FEC2D8-E928-4A76-A864-29F4D068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" y="2955007"/>
            <a:ext cx="48298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3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37432-4659-4F26-9A95-9872FEC42B02}"/>
              </a:ext>
            </a:extLst>
          </p:cNvPr>
          <p:cNvSpPr txBox="1"/>
          <p:nvPr/>
        </p:nvSpPr>
        <p:spPr>
          <a:xfrm>
            <a:off x="2051720" y="908720"/>
            <a:ext cx="460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>
                <a:solidFill>
                  <a:schemeClr val="bg1"/>
                </a:solidFill>
              </a:rPr>
              <a:t>목차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B606E7F-54BD-44BA-94A6-BC5BCEC6D392}"/>
              </a:ext>
            </a:extLst>
          </p:cNvPr>
          <p:cNvSpPr txBox="1">
            <a:spLocks/>
          </p:cNvSpPr>
          <p:nvPr/>
        </p:nvSpPr>
        <p:spPr>
          <a:xfrm>
            <a:off x="445770" y="2622024"/>
            <a:ext cx="8250175" cy="2981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객체 배열</a:t>
            </a:r>
            <a:endParaRPr lang="en-US" altLang="ko-KR" sz="2000" dirty="0"/>
          </a:p>
          <a:p>
            <a:r>
              <a:rPr lang="ko-KR" altLang="en-US" sz="2000" dirty="0"/>
              <a:t>객체 배열</a:t>
            </a:r>
            <a:r>
              <a:rPr lang="en-US" altLang="ko-KR" sz="2000" dirty="0"/>
              <a:t> </a:t>
            </a:r>
            <a:r>
              <a:rPr lang="ko-KR" altLang="en-US" sz="2000" dirty="0"/>
              <a:t>활용</a:t>
            </a:r>
            <a:endParaRPr lang="en-US" altLang="ko-KR" sz="2000" dirty="0"/>
          </a:p>
          <a:p>
            <a:r>
              <a:rPr lang="ko-KR" altLang="en-US" sz="2000" dirty="0"/>
              <a:t>실습 예제</a:t>
            </a:r>
            <a:endParaRPr lang="en-US" altLang="ko-KR" sz="2000" dirty="0"/>
          </a:p>
          <a:p>
            <a:r>
              <a:rPr lang="ko-KR" altLang="en-US" sz="2000" dirty="0"/>
              <a:t>과제</a:t>
            </a:r>
            <a:endParaRPr lang="en-US" altLang="ko-KR" sz="2000" dirty="0"/>
          </a:p>
          <a:p>
            <a:pPr marL="0" indent="0">
              <a:buFont typeface="Wingdings 3" charset="2"/>
              <a:buNone/>
            </a:pPr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7895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 배열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714380"/>
          </a:xfrm>
        </p:spPr>
        <p:txBody>
          <a:bodyPr/>
          <a:lstStyle/>
          <a:p>
            <a:r>
              <a:rPr lang="ko-KR" altLang="en-US" dirty="0"/>
              <a:t>객체 배열 생성 및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72" y="1916832"/>
            <a:ext cx="8258175" cy="196024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41" y="4293686"/>
            <a:ext cx="8098155" cy="118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5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 배열 선언과 생성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72816"/>
            <a:ext cx="8329505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4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4-6 : Circle </a:t>
            </a:r>
            <a:r>
              <a:rPr lang="ko-KR" altLang="en-US" dirty="0"/>
              <a:t>객체</a:t>
            </a:r>
            <a:r>
              <a:rPr lang="en-US" altLang="ko-KR" dirty="0"/>
              <a:t> </a:t>
            </a:r>
            <a:r>
              <a:rPr lang="ko-KR" altLang="en-US" dirty="0"/>
              <a:t>배열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24675" y="1292552"/>
            <a:ext cx="7825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반지름이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0~4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Circle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객체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개를 가지는 배열을 생성하고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배열에 있는 모든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Circle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객체의 면적을 출력하라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559" y="1908159"/>
            <a:ext cx="5328592" cy="48320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class Circle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radius;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Circle(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radius)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this.radius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radius;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double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getArea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return 3.14*radius*radius;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 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CircleArray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Circle [] c;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 = new Circle[5];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c.length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c[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] = new Circle(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 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c.length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)(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c[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].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getArea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+ " 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012160" y="6432474"/>
            <a:ext cx="2000248" cy="307777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0 3 12 28 50 </a:t>
            </a:r>
          </a:p>
        </p:txBody>
      </p:sp>
    </p:spTree>
    <p:extLst>
      <p:ext uri="{BB962C8B-B14F-4D97-AF65-F5344CB8AC3E}">
        <p14:creationId xmlns:p14="http://schemas.microsoft.com/office/powerpoint/2010/main" val="291289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4-7 : </a:t>
            </a:r>
            <a:r>
              <a:rPr lang="ko-KR" altLang="en-US" dirty="0"/>
              <a:t>객체 배열 만들기 연습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27607" y="1339021"/>
            <a:ext cx="3312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4-4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Book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클래스를 활용하여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개짜리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Book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객체 배열을 만들고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사용자로부터 책의 제목과 저자를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 받아 배열을 완성하라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51920" y="1340768"/>
            <a:ext cx="5112569" cy="53553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class Book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String title, author;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Book(String title, String author) {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this.title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title;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this.author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author;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BookArray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Book [] book = new Book[2];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Book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배열 선언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for(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book.length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&gt;&gt;");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String title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scanner.nextLine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저자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&gt;&gt;");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String author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scanner.nextLine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book[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] = new Book(title, author);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배열 원소 객체 생성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for(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book.length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("(" + book[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].title + ", " + book[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].author + ")");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00743" y="5757361"/>
            <a:ext cx="3543165" cy="938719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&gt;&gt;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사랑의 기술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저자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&gt;&gt;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에리히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프롬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&gt;&gt;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시간의 역사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저자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&gt;&gt;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스티븐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호킹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사랑의 기술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에리히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시간의 역사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스티븐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호킹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634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4675" y="182365"/>
            <a:ext cx="6946390" cy="709865"/>
          </a:xfrm>
        </p:spPr>
        <p:txBody>
          <a:bodyPr/>
          <a:lstStyle/>
          <a:p>
            <a:r>
              <a:rPr lang="ko-KR" altLang="en-US" dirty="0" err="1"/>
              <a:t>실습예제</a:t>
            </a:r>
            <a:r>
              <a:rPr lang="ko-KR" altLang="en-US" dirty="0"/>
              <a:t> </a:t>
            </a:r>
            <a:r>
              <a:rPr lang="en-US" altLang="ko-KR" dirty="0"/>
              <a:t>1: </a:t>
            </a:r>
            <a:r>
              <a:rPr lang="ko-KR" altLang="en-US" dirty="0"/>
              <a:t>클래스 </a:t>
            </a: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배열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ko-KR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B46026D-FE40-4118-81F8-EEFBBB0FA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10" y="2354235"/>
            <a:ext cx="6915150" cy="36004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3935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080" y="223320"/>
            <a:ext cx="6946390" cy="709865"/>
          </a:xfrm>
        </p:spPr>
        <p:txBody>
          <a:bodyPr/>
          <a:lstStyle/>
          <a:p>
            <a:r>
              <a:rPr lang="ko-KR" altLang="en-US" dirty="0" err="1"/>
              <a:t>실습예제</a:t>
            </a:r>
            <a:r>
              <a:rPr lang="ko-KR" altLang="en-US" dirty="0"/>
              <a:t> </a:t>
            </a:r>
            <a:r>
              <a:rPr lang="en-US" altLang="ko-KR" dirty="0"/>
              <a:t>1: </a:t>
            </a:r>
            <a:r>
              <a:rPr lang="ko-KR" altLang="en-US" dirty="0"/>
              <a:t>클래스 </a:t>
            </a: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배열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ko-KR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CEF8D4-A175-4AB2-BDBA-24F3359D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204864"/>
            <a:ext cx="7938995" cy="40748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4528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0469" y="205645"/>
            <a:ext cx="6946390" cy="709865"/>
          </a:xfrm>
        </p:spPr>
        <p:txBody>
          <a:bodyPr/>
          <a:lstStyle/>
          <a:p>
            <a:r>
              <a:rPr lang="ko-KR" altLang="en-US" sz="2400" dirty="0" err="1"/>
              <a:t>실습예제</a:t>
            </a:r>
            <a:r>
              <a:rPr lang="ko-KR" altLang="en-US" sz="2400" dirty="0"/>
              <a:t> </a:t>
            </a:r>
            <a:r>
              <a:rPr lang="en-US" altLang="ko-KR" sz="2400" dirty="0"/>
              <a:t>3: </a:t>
            </a:r>
            <a:r>
              <a:rPr lang="ko-KR" altLang="en-US" sz="2400" dirty="0"/>
              <a:t>클래스 </a:t>
            </a:r>
            <a:r>
              <a:rPr lang="en-US" altLang="ko-KR" sz="2400" dirty="0" err="1"/>
              <a:t>ArrayList</a:t>
            </a:r>
            <a:r>
              <a:rPr lang="en-US" altLang="ko-KR" sz="2400" dirty="0"/>
              <a:t> </a:t>
            </a:r>
            <a:r>
              <a:rPr lang="ko-KR" altLang="en-US" sz="2400" dirty="0"/>
              <a:t>배열 또다른 표현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ko-KR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07EF99-FE69-4432-B167-7D7E271E8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75" y="1726634"/>
            <a:ext cx="7103715" cy="48491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89265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2_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3F3F86B8564408C355D68F45A30F8" ma:contentTypeVersion="9" ma:contentTypeDescription="Create a new document." ma:contentTypeScope="" ma:versionID="035904c57b1ee6ecc602bf177bb798be">
  <xsd:schema xmlns:xsd="http://www.w3.org/2001/XMLSchema" xmlns:xs="http://www.w3.org/2001/XMLSchema" xmlns:p="http://schemas.microsoft.com/office/2006/metadata/properties" xmlns:ns3="61eae400-1c71-451c-aeb3-9b02b189ef4d" targetNamespace="http://schemas.microsoft.com/office/2006/metadata/properties" ma:root="true" ma:fieldsID="400a62265bd77b586407ad56f6070647" ns3:_="">
    <xsd:import namespace="61eae400-1c71-451c-aeb3-9b02b189ef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e400-1c71-451c-aeb3-9b02b189ef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A74F1F-3D73-45DC-9598-4088A06F02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51E36E-27B4-4170-BECC-4A2F55408B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eae400-1c71-451c-aeb3-9b02b189ef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53C193-8EB4-4F01-8210-CB6C287EDBE2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61eae400-1c71-451c-aeb3-9b02b189ef4d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517</Words>
  <Application>Microsoft Office PowerPoint</Application>
  <PresentationFormat>화면 슬라이드 쇼(4:3)</PresentationFormat>
  <Paragraphs>85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맑은 고딕</vt:lpstr>
      <vt:lpstr>휴먼편지체</vt:lpstr>
      <vt:lpstr>Arial</vt:lpstr>
      <vt:lpstr>Century Gothic</vt:lpstr>
      <vt:lpstr>Wingdings</vt:lpstr>
      <vt:lpstr>Wingdings 2</vt:lpstr>
      <vt:lpstr>Wingdings 3</vt:lpstr>
      <vt:lpstr>이온(회의실)</vt:lpstr>
      <vt:lpstr>2_가을</vt:lpstr>
      <vt:lpstr>자바 프로그래밍응용</vt:lpstr>
      <vt:lpstr>PowerPoint 프레젠테이션</vt:lpstr>
      <vt:lpstr>객체 배열</vt:lpstr>
      <vt:lpstr>객체 배열 선언과 생성 과정</vt:lpstr>
      <vt:lpstr>예제 4-6 : Circle 객체 배열 만들기</vt:lpstr>
      <vt:lpstr>예제 4-7 : 객체 배열 만들기 연습</vt:lpstr>
      <vt:lpstr>실습예제 1: 클래스 ArrayList 배열</vt:lpstr>
      <vt:lpstr>실습예제 1: 클래스 ArrayList 배열</vt:lpstr>
      <vt:lpstr>실습예제 3: 클래스 ArrayList 배열 또다른 표현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객체지향 프로그래밍</dc:title>
  <dc:creator>rxr</dc:creator>
  <cp:lastModifiedBy>오은성</cp:lastModifiedBy>
  <cp:revision>40</cp:revision>
  <dcterms:created xsi:type="dcterms:W3CDTF">2020-08-28T02:52:27Z</dcterms:created>
  <dcterms:modified xsi:type="dcterms:W3CDTF">2026-04-12T12:19:45Z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0x010100BF63F3F86B8564408C355D68F45A30F8</vt:lpwstr>
  </property>
</Properties>
</file>