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668" y="1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C45BEB-909E-1154-F490-64CEF9EB61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9EDCC07-C1B9-1D19-54F8-18EDA54E7A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BC941D7-CEC0-1772-B369-64F79B7F7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1DB41-3637-4D70-9B52-A163D1B33050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8D3154E-6582-B69C-8398-131E83B30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75C91EC-8EB9-5D49-D414-E531A5DDD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B4A48-CAAF-44ED-A396-C7CBD67B43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12993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47E926-5E18-71BF-06C4-2A44DB3FF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61E7306-4310-32E4-A89E-DBA799D84E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B305A58-917D-8455-F0C8-EE2066123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1DB41-3637-4D70-9B52-A163D1B33050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BF16BBA-4F2F-27A8-A508-0500E69953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348DE6A-B3C6-1FC4-319C-820B3591D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B4A48-CAAF-44ED-A396-C7CBD67B43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09931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3BA94C-1EF6-77D6-600F-D9FAF301C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6FE1B9E-C6F5-D0F1-D3CB-4ABF5E91AF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4FDBE28-EE3B-DCAA-037E-9ABE21133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1DB41-3637-4D70-9B52-A163D1B33050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B594027-59D7-596E-437B-E55B4E653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1020B96-D77F-EB2E-BD09-059AC9914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B4A48-CAAF-44ED-A396-C7CBD67B43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05488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7FF4C1-FADC-E041-F0EC-32B67DC68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CABDEC9-9342-196B-69F7-FBC07DA015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564BAC2-C58B-3E6C-E15C-9A2CE042D9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2A43C67-0CDE-CCAA-568B-76257B0D54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1DB41-3637-4D70-9B52-A163D1B33050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CE21CC7-D669-013D-FB3C-289C2A1B64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A420F69-294B-29B3-7EFA-2E76AD6D9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B4A48-CAAF-44ED-A396-C7CBD67B43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4859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AB090E-4C0E-A5BF-DF4C-07296AAF6E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F5EA970-747B-F730-6A4A-12F9A2663A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168AC89-0DAE-8BDF-03CD-73ED8CB957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09A8CF5-303F-9413-2A6D-898383BF72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6659091-3DF1-4A5E-D418-D9C2C392CE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CA88603-4392-13D8-D23C-7BB03BCD0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1DB41-3637-4D70-9B52-A163D1B33050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3509DDF-0DC5-C3A6-3DC0-F5D70B9E76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2821E27-B784-F34B-585E-261BF61FC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B4A48-CAAF-44ED-A396-C7CBD67B43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84559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B00911-E44D-D82B-70A0-09282C3F8B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56E0BF5-350C-CE76-8063-A3A0F79EC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1DB41-3637-4D70-9B52-A163D1B33050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B3D6E32-E4EA-FCA3-FAD6-9372CFE302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C5FF9DA-E80E-CF32-306D-BE1C892A3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B4A48-CAAF-44ED-A396-C7CBD67B43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00677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67D24B4-2E5D-9BDB-E2C5-C0786187B0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1DB41-3637-4D70-9B52-A163D1B33050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5B3598E-9C52-9821-A003-DCD838199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2474E4C-7A2D-8FED-E658-8F288E48A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B4A48-CAAF-44ED-A396-C7CBD67B43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06997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933894-C687-2572-6810-0728E88857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7FC4B48-7469-B393-6A68-2D7C133AFE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FF83AAF-4615-C0ED-1405-CDDFD03446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CC47E0A-44F6-482A-E1CA-18CC46099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1DB41-3637-4D70-9B52-A163D1B33050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D72146B-AB94-786B-1E04-7D1B15FD1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9B6929E-06EF-5984-9B3F-127F2CF14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B4A48-CAAF-44ED-A396-C7CBD67B43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90521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26D180-D2EF-9D60-BCD9-FBB6D86EC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BBA0772-39F4-85B6-7D7D-B2EB94125C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AA820C4-CEF8-8FC0-0377-73D707EA2F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AC6A4FD-F39A-4AE6-4CEA-ED6332E1F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1DB41-3637-4D70-9B52-A163D1B33050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7892B0E-07C3-5824-037E-ADAF133E8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04E800E-4F40-D791-0AB4-75BA4531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B4A48-CAAF-44ED-A396-C7CBD67B43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21761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1BCB1B-A88C-1D99-72BB-C5992E719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1CCE86A-0395-7CC8-7049-A58E20D96A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FFC7A1E-E154-927B-4A8E-159573C92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1DB41-3637-4D70-9B52-A163D1B33050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A604F6B-0B10-2018-29B0-ED646C32F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406BDA2-14DB-14CA-CFFE-2C93568AF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B4A48-CAAF-44ED-A396-C7CBD67B43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42412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AD31F45-F6DE-BDCA-6164-965221ADD4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3854119-0278-6506-BAC3-CA914A2D5C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784EB4C-9EA7-90DB-883C-DD991E0109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1DB41-3637-4D70-9B52-A163D1B33050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C8F91CC-CED2-4292-EEC5-2531D7A83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4A0E451-BCAB-9CB4-87A3-58BCED3A6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B4A48-CAAF-44ED-A396-C7CBD67B43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86901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623DD8D-8F72-F87F-FA72-10A2C75285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110AA3A-D095-54DC-4BA0-EECF96F642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DFA14AD-4F83-8DAB-8E8C-C83C6EE796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C1DB41-3637-4D70-9B52-A163D1B33050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E268AA3-E974-44A2-F358-692918BDDF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5A08060-3B04-2E75-4962-645DAB904B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6B4A48-CAAF-44ED-A396-C7CBD67B43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2328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4FAB023-31A5-7B7A-56AB-27F9C3D221EC}"/>
              </a:ext>
            </a:extLst>
          </p:cNvPr>
          <p:cNvSpPr txBox="1"/>
          <p:nvPr/>
        </p:nvSpPr>
        <p:spPr>
          <a:xfrm>
            <a:off x="489857" y="452478"/>
            <a:ext cx="17743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/>
              <a:t>초기화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4DFFFEA-0FA6-89A1-3B11-CF3AA4FCC0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28" y="1432190"/>
            <a:ext cx="10711543" cy="4388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09615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91429F-BADD-4A38-5051-B07B3CD671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8A8A231-BA6F-DD6D-CDE4-515088950819}"/>
              </a:ext>
            </a:extLst>
          </p:cNvPr>
          <p:cNvSpPr txBox="1"/>
          <p:nvPr/>
        </p:nvSpPr>
        <p:spPr>
          <a:xfrm>
            <a:off x="489857" y="452478"/>
            <a:ext cx="17743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/>
              <a:t>선택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AA7C36F-30B7-BCF5-D757-A9AE695192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570" y="1428944"/>
            <a:ext cx="11604859" cy="4000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27657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3365E4-CD27-4810-E1C9-71F2B0F970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172C3F1-2653-300E-BC5E-191E70CB2691}"/>
              </a:ext>
            </a:extLst>
          </p:cNvPr>
          <p:cNvSpPr txBox="1"/>
          <p:nvPr/>
        </p:nvSpPr>
        <p:spPr>
          <a:xfrm>
            <a:off x="489857" y="452478"/>
            <a:ext cx="17743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/>
              <a:t>교차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2DAFB31-5FD5-3AEF-B6F1-3BF458BE2D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928" y="1457546"/>
            <a:ext cx="11702143" cy="39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53357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3ED881-1F3D-1FEE-76FA-EC1DA505C1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80143CE-2BF9-89B2-1827-5F09F3E1ACF0}"/>
              </a:ext>
            </a:extLst>
          </p:cNvPr>
          <p:cNvSpPr txBox="1"/>
          <p:nvPr/>
        </p:nvSpPr>
        <p:spPr>
          <a:xfrm>
            <a:off x="489857" y="452478"/>
            <a:ext cx="17743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/>
              <a:t>변이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3B4F90F-1C4E-A475-5ED1-C69806EFDF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446" y="1507561"/>
            <a:ext cx="11547107" cy="4478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70171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CDF67B-DF02-1447-CBA4-C04D919136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AD481BF-64B6-A37B-1F68-26049E514A10}"/>
              </a:ext>
            </a:extLst>
          </p:cNvPr>
          <p:cNvSpPr txBox="1"/>
          <p:nvPr/>
        </p:nvSpPr>
        <p:spPr>
          <a:xfrm>
            <a:off x="489857" y="452478"/>
            <a:ext cx="17743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/>
              <a:t>종료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07C49DC-B0BF-E5CD-0C01-E625169C7F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504" y="2556140"/>
            <a:ext cx="11628991" cy="2871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75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</Words>
  <Application>Microsoft Office PowerPoint</Application>
  <PresentationFormat>와이드스크린</PresentationFormat>
  <Paragraphs>5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백인원</dc:creator>
  <cp:lastModifiedBy>백인원</cp:lastModifiedBy>
  <cp:revision>1</cp:revision>
  <dcterms:created xsi:type="dcterms:W3CDTF">2026-04-16T09:13:38Z</dcterms:created>
  <dcterms:modified xsi:type="dcterms:W3CDTF">2026-04-16T09:17:25Z</dcterms:modified>
</cp:coreProperties>
</file>